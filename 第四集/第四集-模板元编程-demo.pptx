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现代C++的发展道路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模板元编程与constexpr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——在编译期打造极致速度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第四篇 | 谦信CPP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为什么要在编译期计算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运行时的每一次计算都要消耗 CPU 时间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如果结果在编译期就能确定，为什么要等到运行时？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的哲学：能在编译期做的，就不要拖到运行时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编译期提前计算，减轻运行时负担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核心理念：把计算从运行时搬到编译期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什么是模板元编程？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模板元编程（Template Metaprogramming）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 C++ 模板的实例化与特化机制，在编译期完成计算、条件分支、递归展开以及代码生成的技术。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实现机制：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通过表达式实现计算 —— 利用模板参数进行数值和类型运算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通过模板递归实例化实现循环 —— 递归展开模板，实现编译期迭代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SFINAE 实现分支/选择 —— 在模板实例化时进行条件选择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模板元编程在理论上是图灵完备的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SFINAE：编译期条件选择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只对整数类型启用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 std::enable_if&lt;std::is_integral&lt;T&gt;::value, T&gt;::type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process(T value)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value * 2;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只对浮点类型启用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 std::enable_if&lt;std::is_floating_point&lt;T&gt;::value, T&gt;::type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process(T value)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value * 3.14;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模板替换失败不会导致编译错误，只是该候选被排除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constexpr：现代方式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3891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constexpr 方式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int factorial(int 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&lt;= 1 ? 1 : n * factorial(n - 1);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int result = factorial(5);  // 编译期得到 120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语法就像普通函数，易读易写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既可以编译期调用，也可以运行时调用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随着C++的演进，能力越来越大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对比：模板元编程 vs constexpr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模板元编程：语法晦涩，主要用于类型计算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constexpr：语法简洁，主要用于值计算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编译期计算 = 用编译时间换运行时速度</a:t>
            </a:r>
            <a:endParaRPr lang="en-US" sz="2000" dirty="0"/>
          </a:p>
          <a:p>
            <a:pPr algn="ctr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constexpr 让编译期计算更简单直接</a:t>
            </a:r>
            <a:endParaRPr lang="en-US" sz="2000" dirty="0"/>
          </a:p>
          <a:p>
            <a:pPr algn="ctr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模板元编程主要用于类型萃取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Alex-Cheng/qianxin_cpp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模板元编程与constexpr——在编译期打造极致速度</dc:title>
  <dc:subject>PptxGenJS Presentation</dc:subject>
  <dc:creator>谦信CPP</dc:creator>
  <cp:lastModifiedBy>谦信CPP</cp:lastModifiedBy>
  <cp:revision>1</cp:revision>
  <dcterms:created xsi:type="dcterms:W3CDTF">2026-03-30T14:49:46Z</dcterms:created>
  <dcterms:modified xsi:type="dcterms:W3CDTF">2026-03-30T14:49:46Z</dcterms:modified>
</cp:coreProperties>
</file>